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DCFF"/>
                </a:solidFill>
              </a:rPr>
              <a:t>PROPULSION RESEARCH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0F0F0"/>
                </a:solidFill>
              </a:rPr>
              <a:t>Ion Thrusters • Plasma Propulsion • Deep Space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Introduction to Ion Thrusters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Overview of advanced electric propulsion systems used in modern spacecraft.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What is an Ion Thruster?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Ion thrusters accelerate ions using electric fields to generate thrust.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History of Ion Propulsion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Development from early concepts to NASA deep-space missions.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Basic Working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Ionization, acceleration grids, and neutralizers work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Main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Power supply, ionization chamber, magnetic systems, and xenon fuel.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Ionization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Electrons strip atoms to create positively charged 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Electrostatic Ion Thrusters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Uses electric fields to accelerate ions at very high velocity.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Electromagnetic Thrusters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Uses Lorentz force for plasma acceleration.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Hall Effect Thrusters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A highly efficient electric propulsion technology.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Fuel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Xenon, Krypton, Argon, and experimental propellants.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Specific Impulse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High exhaust velocity provides incredible efficiency.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Efficiency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Ion engines outperform chemical rockets in long missions.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Deep Space 1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NASA demonstrated ion propulsion successfully.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Dawn Spacecraft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Used ion propulsion for asteroid exploration.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NEXT 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NASA Evolutionary Xenon Thruster project.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Low fuel consumption and long operational life.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Low thrust makes launch from Earth impossible.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Power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Requires large electrical energy 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Space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Satellite station keeping and deep-space exploration.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Future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Fusion-assisted ion propulsion and AI-controlled engines.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Plasma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Understanding plasma behavior inside propulsion 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J-AIRWAYS Propulsion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Advanced propulsion concepts for future aerospace 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Ionthruster.netlify.app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Conceptual propulsion research and engineering 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Future of Deep Space Travel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Ion engines could enable interplanetary civilization.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C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0F0F0"/>
                </a:solidFill>
              </a:rPr>
              <a:t>Ion propulsion represents the future of efficient space travel.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657600" cy="73152"/>
          </a:xfrm>
          <a:prstGeom prst="rect">
            <a:avLst/>
          </a:prstGeom>
          <a:solidFill>
            <a:srgbClr val="00DC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